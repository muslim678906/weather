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Проект сайта погоды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Сайт на HTML, CSS и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Описание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Сайт показывает прогноз погоды на неделю вперед.</a:t>
            </a:r>
          </a:p>
          <a:p>
            <a:pPr>
              <a:defRPr sz="2000"/>
            </a:pPr>
            <a:r>
              <a:t>Пользователь вводит название города и получает:</a:t>
            </a:r>
          </a:p>
          <a:p>
            <a:pPr>
              <a:defRPr sz="2000"/>
            </a:pPr>
            <a:r>
              <a:t>• прогноз погоды</a:t>
            </a:r>
          </a:p>
          <a:p>
            <a:pPr>
              <a:defRPr sz="2000"/>
            </a:pPr>
            <a:r>
              <a:t>• описание города</a:t>
            </a:r>
          </a:p>
          <a:p>
            <a:pPr>
              <a:defRPr sz="2000"/>
            </a:pPr>
            <a:r>
              <a:t>• фотографии города</a:t>
            </a:r>
          </a:p>
        </p:txBody>
      </p:sp>
      <p:pic>
        <p:nvPicPr>
          <p:cNvPr id="4" name="Picture 3" descr="weather_city_clea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HTML — структура сайта</a:t>
            </a:r>
          </a:p>
          <a:p>
            <a:pPr>
              <a:defRPr sz="2000"/>
            </a:pPr>
            <a:r>
              <a:t>• CSS — оформление и дизайн</a:t>
            </a:r>
          </a:p>
          <a:p>
            <a:pPr>
              <a:defRPr sz="2000"/>
            </a:pPr>
            <a:r>
              <a:t>• JavaScript — логика и работа с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Функции сайта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Поиск города</a:t>
            </a:r>
          </a:p>
          <a:p>
            <a:pPr>
              <a:defRPr sz="2000"/>
            </a:pPr>
            <a:r>
              <a:t>• Погода на 7 дней</a:t>
            </a:r>
          </a:p>
          <a:p>
            <a:pPr>
              <a:defRPr sz="2000"/>
            </a:pPr>
            <a:r>
              <a:t>• Температура, влажность, ветер</a:t>
            </a:r>
          </a:p>
          <a:p>
            <a:pPr>
              <a:defRPr sz="2000"/>
            </a:pPr>
            <a:r>
              <a:t>• Описание города</a:t>
            </a:r>
          </a:p>
        </p:txBody>
      </p:sp>
      <p:pic>
        <p:nvPicPr>
          <p:cNvPr id="4" name="Picture 3" descr="weather_city_clea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работает сайт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Ввод названия города</a:t>
            </a:r>
          </a:p>
          <a:p>
            <a:pPr>
              <a:defRPr sz="2000"/>
            </a:pPr>
            <a:r>
              <a:t>2. Запрос к API</a:t>
            </a:r>
          </a:p>
          <a:p>
            <a:pPr>
              <a:defRPr sz="2000"/>
            </a:pPr>
            <a:r>
              <a:t>3. Получение данных</a:t>
            </a:r>
          </a:p>
          <a:p>
            <a:pPr>
              <a:defRPr sz="2000"/>
            </a:pPr>
            <a:r>
              <a:t>4. Вывод информации на экран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Дизайн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Современный интерфейс</a:t>
            </a:r>
          </a:p>
          <a:p>
            <a:pPr>
              <a:defRPr sz="2000"/>
            </a:pPr>
            <a:r>
              <a:t>• Адаптация под телефон и ПК</a:t>
            </a:r>
          </a:p>
          <a:p>
            <a:pPr>
              <a:defRPr sz="2000"/>
            </a:pPr>
            <a:r>
              <a:t>• Удобные карточки погоды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Простота использования</a:t>
            </a:r>
          </a:p>
          <a:p>
            <a:pPr>
              <a:defRPr sz="2000"/>
            </a:pPr>
            <a:r>
              <a:t>• Быстрая работа</a:t>
            </a:r>
          </a:p>
          <a:p>
            <a:pPr>
              <a:defRPr sz="2000"/>
            </a:pPr>
            <a:r>
              <a:t>• Актуальная информация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Проект демонстрирует навыки HTML, CSS и JavaScript.</a:t>
            </a:r>
          </a:p>
          <a:p>
            <a:pPr>
              <a:defRPr sz="2000"/>
            </a:pPr>
            <a:r>
              <a:t>В будущем можно добавить карты и анимации.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